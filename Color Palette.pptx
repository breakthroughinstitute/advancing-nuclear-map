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Manuale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/uaMYXRQTU7D5BXkYOV3kNclb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Manuale-boldItalic.fntdata"/><Relationship Id="rId5" Type="http://schemas.openxmlformats.org/officeDocument/2006/relationships/slide" Target="slides/slide1.xml"/><Relationship Id="rId6" Type="http://schemas.openxmlformats.org/officeDocument/2006/relationships/font" Target="fonts/Manuale-regular.fntdata"/><Relationship Id="rId7" Type="http://schemas.openxmlformats.org/officeDocument/2006/relationships/font" Target="fonts/Manuale-bold.fntdata"/><Relationship Id="rId8" Type="http://schemas.openxmlformats.org/officeDocument/2006/relationships/font" Target="fonts/Manual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24eac2ac61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124eac2ac61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124eac2ac61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24eac2ac61_0_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Manuale"/>
                <a:ea typeface="Manuale"/>
                <a:cs typeface="Manuale"/>
                <a:sym typeface="Manuale"/>
              </a:rPr>
              <a:t>COLOR PALETTE</a:t>
            </a:r>
            <a:endParaRPr>
              <a:latin typeface="Manuale"/>
              <a:ea typeface="Manuale"/>
              <a:cs typeface="Manuale"/>
              <a:sym typeface="Manuale"/>
            </a:endParaRPr>
          </a:p>
        </p:txBody>
      </p:sp>
      <p:sp>
        <p:nvSpPr>
          <p:cNvPr id="90" name="Google Shape;90;g124eac2ac61_0_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#94090D -  Hydrogen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#FF0000 - Dist Storage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#E82269 - Util Storage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#FDFD4D - CSP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#FF7F0E - Rooftop Solar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#FFDE20 - Utility Solar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#98DF8A - Offshore Wind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#2CA02C - Onshore Wind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#003FFD- Hydro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#8C564B - Geo/Bio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#56a9d5 - HTGR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#0dc3a8 - ARTES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#0d4459 - SMR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#814DB1 - Nuclear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#D62728 - NG w/ CCS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#c0c6c8 - NGCT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#6d7374 - NGCC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39999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#252a2b - Coal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124eac2ac61_0_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g124eac2ac61_0_26"/>
          <p:cNvSpPr txBox="1"/>
          <p:nvPr/>
        </p:nvSpPr>
        <p:spPr>
          <a:xfrm>
            <a:off x="2771775" y="4175750"/>
            <a:ext cx="189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Advanced nuclear is combined use color for ARTES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g124eac2ac61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7629" y="2400300"/>
            <a:ext cx="5207626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2022-04-06T01:49:25Z</dcterms:created>
  <dc:creator>Adam Stein</dc:creator>
</cp:coreProperties>
</file>